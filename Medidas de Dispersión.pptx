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4" r:id="rId1"/>
  </p:sldMasterIdLst>
  <p:notesMasterIdLst>
    <p:notesMasterId r:id="rId9"/>
  </p:notesMasterIdLst>
  <p:sldIdLst>
    <p:sldId id="256" r:id="rId2"/>
    <p:sldId id="260" r:id="rId3"/>
    <p:sldId id="257" r:id="rId4"/>
    <p:sldId id="258" r:id="rId5"/>
    <p:sldId id="261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25"/>
    <p:restoredTop sz="94643"/>
  </p:normalViewPr>
  <p:slideViewPr>
    <p:cSldViewPr snapToGrid="0">
      <p:cViewPr varScale="1">
        <p:scale>
          <a:sx n="85" d="100"/>
          <a:sy n="85" d="100"/>
        </p:scale>
        <p:origin x="18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9AC012-E737-874D-B917-0014EDC1401C}" type="doc">
      <dgm:prSet loTypeId="urn:microsoft.com/office/officeart/2005/8/layout/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8E988201-9ABD-9C45-A740-6280250882D1}">
      <dgm:prSet phldrT="[Texto]"/>
      <dgm:spPr/>
      <dgm:t>
        <a:bodyPr/>
        <a:lstStyle/>
        <a:p>
          <a:r>
            <a:rPr lang="es-ES" dirty="0"/>
            <a:t> R alto, mayor es la dispersión. </a:t>
          </a:r>
        </a:p>
      </dgm:t>
    </dgm:pt>
    <dgm:pt modelId="{3FF4F971-31EF-1F48-A563-4E9FD766116F}" type="parTrans" cxnId="{59F8A32D-3FEC-9E4B-BC20-70E9C2A759ED}">
      <dgm:prSet/>
      <dgm:spPr/>
      <dgm:t>
        <a:bodyPr/>
        <a:lstStyle/>
        <a:p>
          <a:endParaRPr lang="es-ES"/>
        </a:p>
      </dgm:t>
    </dgm:pt>
    <dgm:pt modelId="{C885F0A4-F61A-4F49-BF50-8CEFCE3725EA}" type="sibTrans" cxnId="{59F8A32D-3FEC-9E4B-BC20-70E9C2A759ED}">
      <dgm:prSet/>
      <dgm:spPr/>
      <dgm:t>
        <a:bodyPr/>
        <a:lstStyle/>
        <a:p>
          <a:endParaRPr lang="es-ES"/>
        </a:p>
      </dgm:t>
    </dgm:pt>
    <dgm:pt modelId="{C3DAA02D-73C5-1242-9553-1E7F0E78D865}">
      <dgm:prSet phldrT="[Texto]"/>
      <dgm:spPr/>
      <dgm:t>
        <a:bodyPr/>
        <a:lstStyle/>
        <a:p>
          <a:r>
            <a:rPr lang="es-ES" dirty="0"/>
            <a:t>R bajo, los datos están mas concentrados</a:t>
          </a:r>
        </a:p>
      </dgm:t>
    </dgm:pt>
    <dgm:pt modelId="{C429F646-CDE1-AB4D-9B33-9B5C8859A71B}" type="parTrans" cxnId="{E90B1E43-D10E-3048-A002-AD71243FD8A5}">
      <dgm:prSet/>
      <dgm:spPr/>
      <dgm:t>
        <a:bodyPr/>
        <a:lstStyle/>
        <a:p>
          <a:endParaRPr lang="es-ES"/>
        </a:p>
      </dgm:t>
    </dgm:pt>
    <dgm:pt modelId="{EB58B8D4-4343-EE42-A7F7-D327F16E7E50}" type="sibTrans" cxnId="{E90B1E43-D10E-3048-A002-AD71243FD8A5}">
      <dgm:prSet/>
      <dgm:spPr/>
      <dgm:t>
        <a:bodyPr/>
        <a:lstStyle/>
        <a:p>
          <a:endParaRPr lang="es-ES"/>
        </a:p>
      </dgm:t>
    </dgm:pt>
    <dgm:pt modelId="{80F34DE1-04D5-464A-AD2A-68A9555FA25B}" type="pres">
      <dgm:prSet presAssocID="{449AC012-E737-874D-B917-0014EDC1401C}" presName="linear" presStyleCnt="0">
        <dgm:presLayoutVars>
          <dgm:dir/>
          <dgm:animLvl val="lvl"/>
          <dgm:resizeHandles val="exact"/>
        </dgm:presLayoutVars>
      </dgm:prSet>
      <dgm:spPr/>
    </dgm:pt>
    <dgm:pt modelId="{5D6EEB9D-2CDC-E24C-8084-2412406926F6}" type="pres">
      <dgm:prSet presAssocID="{8E988201-9ABD-9C45-A740-6280250882D1}" presName="parentLin" presStyleCnt="0"/>
      <dgm:spPr/>
    </dgm:pt>
    <dgm:pt modelId="{5065C63B-3DE4-B845-B5C3-22204E78408C}" type="pres">
      <dgm:prSet presAssocID="{8E988201-9ABD-9C45-A740-6280250882D1}" presName="parentLeftMargin" presStyleLbl="node1" presStyleIdx="0" presStyleCnt="2"/>
      <dgm:spPr/>
    </dgm:pt>
    <dgm:pt modelId="{2329D164-BA1D-1343-B9A2-E9648BFD7722}" type="pres">
      <dgm:prSet presAssocID="{8E988201-9ABD-9C45-A740-6280250882D1}" presName="parentText" presStyleLbl="node1" presStyleIdx="0" presStyleCnt="2" custLinFactNeighborY="2826">
        <dgm:presLayoutVars>
          <dgm:chMax val="0"/>
          <dgm:bulletEnabled val="1"/>
        </dgm:presLayoutVars>
      </dgm:prSet>
      <dgm:spPr/>
    </dgm:pt>
    <dgm:pt modelId="{9D8C4FA7-29A8-2B4E-A7F6-5484A201A227}" type="pres">
      <dgm:prSet presAssocID="{8E988201-9ABD-9C45-A740-6280250882D1}" presName="negativeSpace" presStyleCnt="0"/>
      <dgm:spPr/>
    </dgm:pt>
    <dgm:pt modelId="{C25E41E1-B81C-3149-B343-F7BEDFC0088B}" type="pres">
      <dgm:prSet presAssocID="{8E988201-9ABD-9C45-A740-6280250882D1}" presName="childText" presStyleLbl="conFgAcc1" presStyleIdx="0" presStyleCnt="2" custLinFactNeighborX="-818" custLinFactNeighborY="-88210">
        <dgm:presLayoutVars>
          <dgm:bulletEnabled val="1"/>
        </dgm:presLayoutVars>
      </dgm:prSet>
      <dgm:spPr/>
    </dgm:pt>
    <dgm:pt modelId="{459C5C37-8334-9D4A-85DD-C7E970D18F3C}" type="pres">
      <dgm:prSet presAssocID="{C885F0A4-F61A-4F49-BF50-8CEFCE3725EA}" presName="spaceBetweenRectangles" presStyleCnt="0"/>
      <dgm:spPr/>
    </dgm:pt>
    <dgm:pt modelId="{0AA72F31-3C88-C244-A7E4-8AC801F24E75}" type="pres">
      <dgm:prSet presAssocID="{C3DAA02D-73C5-1242-9553-1E7F0E78D865}" presName="parentLin" presStyleCnt="0"/>
      <dgm:spPr/>
    </dgm:pt>
    <dgm:pt modelId="{747EDA03-2713-834A-BF25-3CEB89D25BCB}" type="pres">
      <dgm:prSet presAssocID="{C3DAA02D-73C5-1242-9553-1E7F0E78D865}" presName="parentLeftMargin" presStyleLbl="node1" presStyleIdx="0" presStyleCnt="2"/>
      <dgm:spPr/>
    </dgm:pt>
    <dgm:pt modelId="{F6F71433-C754-0945-AF51-B29C1B7BCB75}" type="pres">
      <dgm:prSet presAssocID="{C3DAA02D-73C5-1242-9553-1E7F0E78D86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A5EC5D4-3E6C-7343-9795-CBDB60C83BD7}" type="pres">
      <dgm:prSet presAssocID="{C3DAA02D-73C5-1242-9553-1E7F0E78D865}" presName="negativeSpace" presStyleCnt="0"/>
      <dgm:spPr/>
    </dgm:pt>
    <dgm:pt modelId="{FD4885A3-A49C-5F4F-8C7C-04C3E2636589}" type="pres">
      <dgm:prSet presAssocID="{C3DAA02D-73C5-1242-9553-1E7F0E78D86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1AA991E-87A2-D34F-8787-8E857DCEF9A3}" type="presOf" srcId="{8E988201-9ABD-9C45-A740-6280250882D1}" destId="{5065C63B-3DE4-B845-B5C3-22204E78408C}" srcOrd="0" destOrd="0" presId="urn:microsoft.com/office/officeart/2005/8/layout/list1"/>
    <dgm:cxn modelId="{59F8A32D-3FEC-9E4B-BC20-70E9C2A759ED}" srcId="{449AC012-E737-874D-B917-0014EDC1401C}" destId="{8E988201-9ABD-9C45-A740-6280250882D1}" srcOrd="0" destOrd="0" parTransId="{3FF4F971-31EF-1F48-A563-4E9FD766116F}" sibTransId="{C885F0A4-F61A-4F49-BF50-8CEFCE3725EA}"/>
    <dgm:cxn modelId="{369C9F30-FDD5-794D-9FBF-BA7C2FEB0B32}" type="presOf" srcId="{449AC012-E737-874D-B917-0014EDC1401C}" destId="{80F34DE1-04D5-464A-AD2A-68A9555FA25B}" srcOrd="0" destOrd="0" presId="urn:microsoft.com/office/officeart/2005/8/layout/list1"/>
    <dgm:cxn modelId="{E90B1E43-D10E-3048-A002-AD71243FD8A5}" srcId="{449AC012-E737-874D-B917-0014EDC1401C}" destId="{C3DAA02D-73C5-1242-9553-1E7F0E78D865}" srcOrd="1" destOrd="0" parTransId="{C429F646-CDE1-AB4D-9B33-9B5C8859A71B}" sibTransId="{EB58B8D4-4343-EE42-A7F7-D327F16E7E50}"/>
    <dgm:cxn modelId="{E22E5157-DA4C-AA49-A950-18D2BA2F67D0}" type="presOf" srcId="{C3DAA02D-73C5-1242-9553-1E7F0E78D865}" destId="{747EDA03-2713-834A-BF25-3CEB89D25BCB}" srcOrd="0" destOrd="0" presId="urn:microsoft.com/office/officeart/2005/8/layout/list1"/>
    <dgm:cxn modelId="{C201D689-7587-3642-AFBA-B96C560283B2}" type="presOf" srcId="{C3DAA02D-73C5-1242-9553-1E7F0E78D865}" destId="{F6F71433-C754-0945-AF51-B29C1B7BCB75}" srcOrd="1" destOrd="0" presId="urn:microsoft.com/office/officeart/2005/8/layout/list1"/>
    <dgm:cxn modelId="{DA3FE7EC-F9C9-B145-BC5F-8C076493F3FF}" type="presOf" srcId="{8E988201-9ABD-9C45-A740-6280250882D1}" destId="{2329D164-BA1D-1343-B9A2-E9648BFD7722}" srcOrd="1" destOrd="0" presId="urn:microsoft.com/office/officeart/2005/8/layout/list1"/>
    <dgm:cxn modelId="{9226C7FF-079F-7641-8524-2D3EC07352D2}" type="presParOf" srcId="{80F34DE1-04D5-464A-AD2A-68A9555FA25B}" destId="{5D6EEB9D-2CDC-E24C-8084-2412406926F6}" srcOrd="0" destOrd="0" presId="urn:microsoft.com/office/officeart/2005/8/layout/list1"/>
    <dgm:cxn modelId="{65C4936F-A9D5-FF46-9410-869823F9C5AA}" type="presParOf" srcId="{5D6EEB9D-2CDC-E24C-8084-2412406926F6}" destId="{5065C63B-3DE4-B845-B5C3-22204E78408C}" srcOrd="0" destOrd="0" presId="urn:microsoft.com/office/officeart/2005/8/layout/list1"/>
    <dgm:cxn modelId="{D2E564FF-019A-8746-B722-4A34261EB05D}" type="presParOf" srcId="{5D6EEB9D-2CDC-E24C-8084-2412406926F6}" destId="{2329D164-BA1D-1343-B9A2-E9648BFD7722}" srcOrd="1" destOrd="0" presId="urn:microsoft.com/office/officeart/2005/8/layout/list1"/>
    <dgm:cxn modelId="{6E2D4E6C-1D6B-D146-A030-4AD4687E8ABF}" type="presParOf" srcId="{80F34DE1-04D5-464A-AD2A-68A9555FA25B}" destId="{9D8C4FA7-29A8-2B4E-A7F6-5484A201A227}" srcOrd="1" destOrd="0" presId="urn:microsoft.com/office/officeart/2005/8/layout/list1"/>
    <dgm:cxn modelId="{C432DF4D-CE7B-1444-9D2D-7A104619997C}" type="presParOf" srcId="{80F34DE1-04D5-464A-AD2A-68A9555FA25B}" destId="{C25E41E1-B81C-3149-B343-F7BEDFC0088B}" srcOrd="2" destOrd="0" presId="urn:microsoft.com/office/officeart/2005/8/layout/list1"/>
    <dgm:cxn modelId="{F03B612C-C93D-3446-A9BA-FC3260922F3F}" type="presParOf" srcId="{80F34DE1-04D5-464A-AD2A-68A9555FA25B}" destId="{459C5C37-8334-9D4A-85DD-C7E970D18F3C}" srcOrd="3" destOrd="0" presId="urn:microsoft.com/office/officeart/2005/8/layout/list1"/>
    <dgm:cxn modelId="{7305725F-7E6C-8E44-8797-9FE5FA1A15F9}" type="presParOf" srcId="{80F34DE1-04D5-464A-AD2A-68A9555FA25B}" destId="{0AA72F31-3C88-C244-A7E4-8AC801F24E75}" srcOrd="4" destOrd="0" presId="urn:microsoft.com/office/officeart/2005/8/layout/list1"/>
    <dgm:cxn modelId="{F65634E6-086F-6340-A193-D2DFD07066E4}" type="presParOf" srcId="{0AA72F31-3C88-C244-A7E4-8AC801F24E75}" destId="{747EDA03-2713-834A-BF25-3CEB89D25BCB}" srcOrd="0" destOrd="0" presId="urn:microsoft.com/office/officeart/2005/8/layout/list1"/>
    <dgm:cxn modelId="{0B9EB3A5-75F5-2541-BBB6-763BBC783210}" type="presParOf" srcId="{0AA72F31-3C88-C244-A7E4-8AC801F24E75}" destId="{F6F71433-C754-0945-AF51-B29C1B7BCB75}" srcOrd="1" destOrd="0" presId="urn:microsoft.com/office/officeart/2005/8/layout/list1"/>
    <dgm:cxn modelId="{E17D7231-1B13-EA44-8B42-49C5FDB358A7}" type="presParOf" srcId="{80F34DE1-04D5-464A-AD2A-68A9555FA25B}" destId="{0A5EC5D4-3E6C-7343-9795-CBDB60C83BD7}" srcOrd="5" destOrd="0" presId="urn:microsoft.com/office/officeart/2005/8/layout/list1"/>
    <dgm:cxn modelId="{C4132594-A2F8-354D-A1A2-8893261986E8}" type="presParOf" srcId="{80F34DE1-04D5-464A-AD2A-68A9555FA25B}" destId="{FD4885A3-A49C-5F4F-8C7C-04C3E263658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5873807-6885-BF47-8BAE-972923CEA5ED}" type="doc">
      <dgm:prSet loTypeId="urn:microsoft.com/office/officeart/2005/8/layout/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BD638BA3-1CFF-AE49-AAD7-CD722779E812}">
      <dgm:prSet phldrT="[Texto]"/>
      <dgm:spPr/>
      <dgm:t>
        <a:bodyPr/>
        <a:lstStyle/>
        <a:p>
          <a:r>
            <a:rPr lang="es-ES" dirty="0"/>
            <a:t>Si 𝝈</a:t>
          </a:r>
          <a:r>
            <a:rPr lang="es-ES" baseline="30000" dirty="0"/>
            <a:t>2 </a:t>
          </a:r>
          <a:r>
            <a:rPr lang="es-ES" baseline="0" dirty="0"/>
            <a:t> es bajo los datos estarán cerca de la media </a:t>
          </a:r>
          <a:endParaRPr lang="es-ES" dirty="0"/>
        </a:p>
        <a:p>
          <a:r>
            <a:rPr lang="es-ES" dirty="0"/>
            <a:t> </a:t>
          </a:r>
        </a:p>
      </dgm:t>
    </dgm:pt>
    <dgm:pt modelId="{84FE0447-0B76-CA4A-BF39-75B1A7BDBE53}" type="parTrans" cxnId="{5E007381-89EC-2C4A-8D24-D93C2D7DEDA8}">
      <dgm:prSet/>
      <dgm:spPr/>
      <dgm:t>
        <a:bodyPr/>
        <a:lstStyle/>
        <a:p>
          <a:endParaRPr lang="es-ES"/>
        </a:p>
      </dgm:t>
    </dgm:pt>
    <dgm:pt modelId="{218ED3D1-09F7-DB43-9C22-650E3CF63390}" type="sibTrans" cxnId="{5E007381-89EC-2C4A-8D24-D93C2D7DEDA8}">
      <dgm:prSet/>
      <dgm:spPr/>
      <dgm:t>
        <a:bodyPr/>
        <a:lstStyle/>
        <a:p>
          <a:endParaRPr lang="es-ES"/>
        </a:p>
      </dgm:t>
    </dgm:pt>
    <dgm:pt modelId="{79FF59DA-AB20-BB40-82E9-5A6F48F7E131}">
      <dgm:prSet phldrT="[Texto]"/>
      <dgm:spPr/>
      <dgm:t>
        <a:bodyPr/>
        <a:lstStyle/>
        <a:p>
          <a:r>
            <a:rPr lang="es-ES" dirty="0"/>
            <a:t>Si 𝝈</a:t>
          </a:r>
          <a:r>
            <a:rPr lang="es-ES" baseline="30000" dirty="0"/>
            <a:t>2</a:t>
          </a:r>
          <a:r>
            <a:rPr lang="es-ES" baseline="0" dirty="0"/>
            <a:t> es alto los datos estarán mas alejados de la media</a:t>
          </a:r>
          <a:r>
            <a:rPr lang="es-ES" baseline="30000" dirty="0"/>
            <a:t> </a:t>
          </a:r>
          <a:endParaRPr lang="es-ES" dirty="0"/>
        </a:p>
      </dgm:t>
    </dgm:pt>
    <dgm:pt modelId="{364EF674-C43F-6A4E-92BD-37C02B7D3566}" type="parTrans" cxnId="{D3A720F1-98EA-FD4A-87B8-C741349BBDEB}">
      <dgm:prSet/>
      <dgm:spPr/>
      <dgm:t>
        <a:bodyPr/>
        <a:lstStyle/>
        <a:p>
          <a:endParaRPr lang="es-ES"/>
        </a:p>
      </dgm:t>
    </dgm:pt>
    <dgm:pt modelId="{43AFD91F-02E9-E243-AA7E-E233C98E000B}" type="sibTrans" cxnId="{D3A720F1-98EA-FD4A-87B8-C741349BBDEB}">
      <dgm:prSet/>
      <dgm:spPr/>
      <dgm:t>
        <a:bodyPr/>
        <a:lstStyle/>
        <a:p>
          <a:endParaRPr lang="es-ES"/>
        </a:p>
      </dgm:t>
    </dgm:pt>
    <dgm:pt modelId="{9A7474DC-BF5B-5745-A037-1D6891EB0F50}" type="pres">
      <dgm:prSet presAssocID="{35873807-6885-BF47-8BAE-972923CEA5ED}" presName="linear" presStyleCnt="0">
        <dgm:presLayoutVars>
          <dgm:dir/>
          <dgm:animLvl val="lvl"/>
          <dgm:resizeHandles val="exact"/>
        </dgm:presLayoutVars>
      </dgm:prSet>
      <dgm:spPr/>
    </dgm:pt>
    <dgm:pt modelId="{88842C48-F163-1E43-B576-CF4EAFAFE64B}" type="pres">
      <dgm:prSet presAssocID="{BD638BA3-1CFF-AE49-AAD7-CD722779E812}" presName="parentLin" presStyleCnt="0"/>
      <dgm:spPr/>
    </dgm:pt>
    <dgm:pt modelId="{7232292C-958E-8742-84BE-B18736E4A90C}" type="pres">
      <dgm:prSet presAssocID="{BD638BA3-1CFF-AE49-AAD7-CD722779E812}" presName="parentLeftMargin" presStyleLbl="node1" presStyleIdx="0" presStyleCnt="2"/>
      <dgm:spPr/>
    </dgm:pt>
    <dgm:pt modelId="{3CD4B177-948E-AD40-8303-FBB96C559E32}" type="pres">
      <dgm:prSet presAssocID="{BD638BA3-1CFF-AE49-AAD7-CD722779E812}" presName="parentText" presStyleLbl="node1" presStyleIdx="0" presStyleCnt="2" custScaleX="118134" custScaleY="139904">
        <dgm:presLayoutVars>
          <dgm:chMax val="0"/>
          <dgm:bulletEnabled val="1"/>
        </dgm:presLayoutVars>
      </dgm:prSet>
      <dgm:spPr/>
    </dgm:pt>
    <dgm:pt modelId="{107B7DA2-F2F5-424B-9E4E-C2FD290C3615}" type="pres">
      <dgm:prSet presAssocID="{BD638BA3-1CFF-AE49-AAD7-CD722779E812}" presName="negativeSpace" presStyleCnt="0"/>
      <dgm:spPr/>
    </dgm:pt>
    <dgm:pt modelId="{D8C82E16-1DE2-8548-A979-AA226B4D9A25}" type="pres">
      <dgm:prSet presAssocID="{BD638BA3-1CFF-AE49-AAD7-CD722779E812}" presName="childText" presStyleLbl="conFgAcc1" presStyleIdx="0" presStyleCnt="2">
        <dgm:presLayoutVars>
          <dgm:bulletEnabled val="1"/>
        </dgm:presLayoutVars>
      </dgm:prSet>
      <dgm:spPr/>
    </dgm:pt>
    <dgm:pt modelId="{7161FC32-F295-A145-B488-2D9D128FECF1}" type="pres">
      <dgm:prSet presAssocID="{218ED3D1-09F7-DB43-9C22-650E3CF63390}" presName="spaceBetweenRectangles" presStyleCnt="0"/>
      <dgm:spPr/>
    </dgm:pt>
    <dgm:pt modelId="{76D0DB0A-F576-BA49-93BE-126EF45073A0}" type="pres">
      <dgm:prSet presAssocID="{79FF59DA-AB20-BB40-82E9-5A6F48F7E131}" presName="parentLin" presStyleCnt="0"/>
      <dgm:spPr/>
    </dgm:pt>
    <dgm:pt modelId="{3CEE6718-035A-1A44-8A09-A56C0C4BD879}" type="pres">
      <dgm:prSet presAssocID="{79FF59DA-AB20-BB40-82E9-5A6F48F7E131}" presName="parentLeftMargin" presStyleLbl="node1" presStyleIdx="0" presStyleCnt="2"/>
      <dgm:spPr/>
    </dgm:pt>
    <dgm:pt modelId="{BA94B4F9-2DE0-3846-B76D-76672D507D89}" type="pres">
      <dgm:prSet presAssocID="{79FF59DA-AB20-BB40-82E9-5A6F48F7E131}" presName="parentText" presStyleLbl="node1" presStyleIdx="1" presStyleCnt="2" custScaleX="126990" custScaleY="172541" custLinFactNeighborX="7227">
        <dgm:presLayoutVars>
          <dgm:chMax val="0"/>
          <dgm:bulletEnabled val="1"/>
        </dgm:presLayoutVars>
      </dgm:prSet>
      <dgm:spPr/>
    </dgm:pt>
    <dgm:pt modelId="{349A0159-38B6-8248-BACC-4B898E7BCEE8}" type="pres">
      <dgm:prSet presAssocID="{79FF59DA-AB20-BB40-82E9-5A6F48F7E131}" presName="negativeSpace" presStyleCnt="0"/>
      <dgm:spPr/>
    </dgm:pt>
    <dgm:pt modelId="{C5A4F1D9-A8BF-8547-8601-6E79CE186A0A}" type="pres">
      <dgm:prSet presAssocID="{79FF59DA-AB20-BB40-82E9-5A6F48F7E131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6D978911-0292-524B-AD4F-51A2C872CFDA}" type="presOf" srcId="{79FF59DA-AB20-BB40-82E9-5A6F48F7E131}" destId="{BA94B4F9-2DE0-3846-B76D-76672D507D89}" srcOrd="1" destOrd="0" presId="urn:microsoft.com/office/officeart/2005/8/layout/list1"/>
    <dgm:cxn modelId="{4C18351C-D9F7-5B43-B3D5-F11221273294}" type="presOf" srcId="{79FF59DA-AB20-BB40-82E9-5A6F48F7E131}" destId="{3CEE6718-035A-1A44-8A09-A56C0C4BD879}" srcOrd="0" destOrd="0" presId="urn:microsoft.com/office/officeart/2005/8/layout/list1"/>
    <dgm:cxn modelId="{2482B05C-DFE7-0A4C-A4A0-69B17CBD186C}" type="presOf" srcId="{35873807-6885-BF47-8BAE-972923CEA5ED}" destId="{9A7474DC-BF5B-5745-A037-1D6891EB0F50}" srcOrd="0" destOrd="0" presId="urn:microsoft.com/office/officeart/2005/8/layout/list1"/>
    <dgm:cxn modelId="{5E007381-89EC-2C4A-8D24-D93C2D7DEDA8}" srcId="{35873807-6885-BF47-8BAE-972923CEA5ED}" destId="{BD638BA3-1CFF-AE49-AAD7-CD722779E812}" srcOrd="0" destOrd="0" parTransId="{84FE0447-0B76-CA4A-BF39-75B1A7BDBE53}" sibTransId="{218ED3D1-09F7-DB43-9C22-650E3CF63390}"/>
    <dgm:cxn modelId="{2C4A698B-E2E7-0944-A4BE-C27F2044C613}" type="presOf" srcId="{BD638BA3-1CFF-AE49-AAD7-CD722779E812}" destId="{3CD4B177-948E-AD40-8303-FBB96C559E32}" srcOrd="1" destOrd="0" presId="urn:microsoft.com/office/officeart/2005/8/layout/list1"/>
    <dgm:cxn modelId="{B1E3AE92-2C8D-3241-B387-697C8A731F9F}" type="presOf" srcId="{BD638BA3-1CFF-AE49-AAD7-CD722779E812}" destId="{7232292C-958E-8742-84BE-B18736E4A90C}" srcOrd="0" destOrd="0" presId="urn:microsoft.com/office/officeart/2005/8/layout/list1"/>
    <dgm:cxn modelId="{D3A720F1-98EA-FD4A-87B8-C741349BBDEB}" srcId="{35873807-6885-BF47-8BAE-972923CEA5ED}" destId="{79FF59DA-AB20-BB40-82E9-5A6F48F7E131}" srcOrd="1" destOrd="0" parTransId="{364EF674-C43F-6A4E-92BD-37C02B7D3566}" sibTransId="{43AFD91F-02E9-E243-AA7E-E233C98E000B}"/>
    <dgm:cxn modelId="{5EF88E4A-5456-D645-AB5F-857B15AAF4F1}" type="presParOf" srcId="{9A7474DC-BF5B-5745-A037-1D6891EB0F50}" destId="{88842C48-F163-1E43-B576-CF4EAFAFE64B}" srcOrd="0" destOrd="0" presId="urn:microsoft.com/office/officeart/2005/8/layout/list1"/>
    <dgm:cxn modelId="{82E39C68-6821-5048-8016-B1F3F10E0A56}" type="presParOf" srcId="{88842C48-F163-1E43-B576-CF4EAFAFE64B}" destId="{7232292C-958E-8742-84BE-B18736E4A90C}" srcOrd="0" destOrd="0" presId="urn:microsoft.com/office/officeart/2005/8/layout/list1"/>
    <dgm:cxn modelId="{1712A297-E59C-5C49-8203-AE87BD65D00D}" type="presParOf" srcId="{88842C48-F163-1E43-B576-CF4EAFAFE64B}" destId="{3CD4B177-948E-AD40-8303-FBB96C559E32}" srcOrd="1" destOrd="0" presId="urn:microsoft.com/office/officeart/2005/8/layout/list1"/>
    <dgm:cxn modelId="{0E892AE2-E25C-5D48-8F10-3349D551E663}" type="presParOf" srcId="{9A7474DC-BF5B-5745-A037-1D6891EB0F50}" destId="{107B7DA2-F2F5-424B-9E4E-C2FD290C3615}" srcOrd="1" destOrd="0" presId="urn:microsoft.com/office/officeart/2005/8/layout/list1"/>
    <dgm:cxn modelId="{44EB47F3-0E6F-AF46-AC9D-6F2539B4B532}" type="presParOf" srcId="{9A7474DC-BF5B-5745-A037-1D6891EB0F50}" destId="{D8C82E16-1DE2-8548-A979-AA226B4D9A25}" srcOrd="2" destOrd="0" presId="urn:microsoft.com/office/officeart/2005/8/layout/list1"/>
    <dgm:cxn modelId="{C5E32A5A-D031-4045-A7D5-7CC8ADB540F9}" type="presParOf" srcId="{9A7474DC-BF5B-5745-A037-1D6891EB0F50}" destId="{7161FC32-F295-A145-B488-2D9D128FECF1}" srcOrd="3" destOrd="0" presId="urn:microsoft.com/office/officeart/2005/8/layout/list1"/>
    <dgm:cxn modelId="{CD23474A-84C8-C34A-A79D-A825CECBE8F4}" type="presParOf" srcId="{9A7474DC-BF5B-5745-A037-1D6891EB0F50}" destId="{76D0DB0A-F576-BA49-93BE-126EF45073A0}" srcOrd="4" destOrd="0" presId="urn:microsoft.com/office/officeart/2005/8/layout/list1"/>
    <dgm:cxn modelId="{42672977-7A71-D04B-9BB1-18298C59BA0F}" type="presParOf" srcId="{76D0DB0A-F576-BA49-93BE-126EF45073A0}" destId="{3CEE6718-035A-1A44-8A09-A56C0C4BD879}" srcOrd="0" destOrd="0" presId="urn:microsoft.com/office/officeart/2005/8/layout/list1"/>
    <dgm:cxn modelId="{44A23FE4-9BED-EF4C-B4B6-9271F65E38F4}" type="presParOf" srcId="{76D0DB0A-F576-BA49-93BE-126EF45073A0}" destId="{BA94B4F9-2DE0-3846-B76D-76672D507D89}" srcOrd="1" destOrd="0" presId="urn:microsoft.com/office/officeart/2005/8/layout/list1"/>
    <dgm:cxn modelId="{48C673A7-F221-2549-8488-B17AE82D1348}" type="presParOf" srcId="{9A7474DC-BF5B-5745-A037-1D6891EB0F50}" destId="{349A0159-38B6-8248-BACC-4B898E7BCEE8}" srcOrd="5" destOrd="0" presId="urn:microsoft.com/office/officeart/2005/8/layout/list1"/>
    <dgm:cxn modelId="{DE89A6B9-A2DE-8047-A00A-8EECF469C377}" type="presParOf" srcId="{9A7474DC-BF5B-5745-A037-1D6891EB0F50}" destId="{C5A4F1D9-A8BF-8547-8601-6E79CE186A0A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7E01E9F-9BFF-FD42-BDF9-8A11F4761F08}" type="doc">
      <dgm:prSet loTypeId="urn:microsoft.com/office/officeart/2005/8/layout/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006CBF9D-C84F-3340-BA06-EC9C1C1487E0}">
      <dgm:prSet phldrT="[Texto]"/>
      <dgm:spPr/>
      <dgm:t>
        <a:bodyPr/>
        <a:lstStyle/>
        <a:p>
          <a:pPr algn="just"/>
          <a:r>
            <a:rPr lang="es-ES" dirty="0"/>
            <a:t>S baja </a:t>
          </a:r>
          <a:r>
            <a:rPr lang="es-ES" b="0" i="0" dirty="0"/>
            <a:t>indica que la mayor parte de los datos de una muestra tienden a estar agrupados cerca de su media</a:t>
          </a:r>
          <a:endParaRPr lang="es-ES" dirty="0"/>
        </a:p>
      </dgm:t>
    </dgm:pt>
    <dgm:pt modelId="{1C870C1E-682D-7A4A-8948-8FC0B816A525}" type="parTrans" cxnId="{C7BEA324-3FE0-2541-BB6B-C35510C0B2F6}">
      <dgm:prSet/>
      <dgm:spPr/>
      <dgm:t>
        <a:bodyPr/>
        <a:lstStyle/>
        <a:p>
          <a:endParaRPr lang="es-ES"/>
        </a:p>
      </dgm:t>
    </dgm:pt>
    <dgm:pt modelId="{CBCF1999-D0B5-E74D-9A85-210ABB11370F}" type="sibTrans" cxnId="{C7BEA324-3FE0-2541-BB6B-C35510C0B2F6}">
      <dgm:prSet/>
      <dgm:spPr/>
      <dgm:t>
        <a:bodyPr/>
        <a:lstStyle/>
        <a:p>
          <a:endParaRPr lang="es-ES"/>
        </a:p>
      </dgm:t>
    </dgm:pt>
    <dgm:pt modelId="{D9B320AE-6D4B-774F-BC52-7862CD3778AA}">
      <dgm:prSet phldrT="[Texto]"/>
      <dgm:spPr/>
      <dgm:t>
        <a:bodyPr/>
        <a:lstStyle/>
        <a:p>
          <a:r>
            <a:rPr lang="es-ES" dirty="0"/>
            <a:t>S </a:t>
          </a:r>
          <a:r>
            <a:rPr lang="es-ES" b="0" i="0" dirty="0"/>
            <a:t>alta indica que los datos se extienden sobre un rango de valores más amplio.</a:t>
          </a:r>
          <a:endParaRPr lang="es-ES" dirty="0"/>
        </a:p>
      </dgm:t>
    </dgm:pt>
    <dgm:pt modelId="{83086E7C-F9D1-4C41-A315-904DBC9AC57E}" type="parTrans" cxnId="{0DFE8C70-3EF4-B648-A079-71F42E083026}">
      <dgm:prSet/>
      <dgm:spPr/>
      <dgm:t>
        <a:bodyPr/>
        <a:lstStyle/>
        <a:p>
          <a:endParaRPr lang="es-ES"/>
        </a:p>
      </dgm:t>
    </dgm:pt>
    <dgm:pt modelId="{B1C1281E-B420-7C4D-8031-3492B7389A3B}" type="sibTrans" cxnId="{0DFE8C70-3EF4-B648-A079-71F42E083026}">
      <dgm:prSet/>
      <dgm:spPr/>
      <dgm:t>
        <a:bodyPr/>
        <a:lstStyle/>
        <a:p>
          <a:endParaRPr lang="es-ES"/>
        </a:p>
      </dgm:t>
    </dgm:pt>
    <dgm:pt modelId="{6F5587B1-5E19-3840-956E-49EBEE84BC0F}" type="pres">
      <dgm:prSet presAssocID="{07E01E9F-9BFF-FD42-BDF9-8A11F4761F08}" presName="linear" presStyleCnt="0">
        <dgm:presLayoutVars>
          <dgm:dir/>
          <dgm:animLvl val="lvl"/>
          <dgm:resizeHandles val="exact"/>
        </dgm:presLayoutVars>
      </dgm:prSet>
      <dgm:spPr/>
    </dgm:pt>
    <dgm:pt modelId="{5B3A4A1A-6C8D-EE40-9FAE-5800483FD463}" type="pres">
      <dgm:prSet presAssocID="{006CBF9D-C84F-3340-BA06-EC9C1C1487E0}" presName="parentLin" presStyleCnt="0"/>
      <dgm:spPr/>
    </dgm:pt>
    <dgm:pt modelId="{5B7B3F5D-25A8-0246-9905-8FD6E2BADFAA}" type="pres">
      <dgm:prSet presAssocID="{006CBF9D-C84F-3340-BA06-EC9C1C1487E0}" presName="parentLeftMargin" presStyleLbl="node1" presStyleIdx="0" presStyleCnt="2"/>
      <dgm:spPr/>
    </dgm:pt>
    <dgm:pt modelId="{2597705F-6DE5-5D42-AA88-3620FC6A1745}" type="pres">
      <dgm:prSet presAssocID="{006CBF9D-C84F-3340-BA06-EC9C1C1487E0}" presName="parentText" presStyleLbl="node1" presStyleIdx="0" presStyleCnt="2" custScaleX="94660" custScaleY="136297">
        <dgm:presLayoutVars>
          <dgm:chMax val="0"/>
          <dgm:bulletEnabled val="1"/>
        </dgm:presLayoutVars>
      </dgm:prSet>
      <dgm:spPr/>
    </dgm:pt>
    <dgm:pt modelId="{A19BD08A-F975-6044-9AB1-346A2644E692}" type="pres">
      <dgm:prSet presAssocID="{006CBF9D-C84F-3340-BA06-EC9C1C1487E0}" presName="negativeSpace" presStyleCnt="0"/>
      <dgm:spPr/>
    </dgm:pt>
    <dgm:pt modelId="{F688E1BC-C9D2-4349-92B4-9D15BEF447A3}" type="pres">
      <dgm:prSet presAssocID="{006CBF9D-C84F-3340-BA06-EC9C1C1487E0}" presName="childText" presStyleLbl="conFgAcc1" presStyleIdx="0" presStyleCnt="2" custScaleX="89467" custScaleY="69296">
        <dgm:presLayoutVars>
          <dgm:bulletEnabled val="1"/>
        </dgm:presLayoutVars>
      </dgm:prSet>
      <dgm:spPr/>
    </dgm:pt>
    <dgm:pt modelId="{F1398714-FC7A-2143-A655-A96DA4ADAC9A}" type="pres">
      <dgm:prSet presAssocID="{CBCF1999-D0B5-E74D-9A85-210ABB11370F}" presName="spaceBetweenRectangles" presStyleCnt="0"/>
      <dgm:spPr/>
    </dgm:pt>
    <dgm:pt modelId="{DD9B5DCB-BCE0-284A-A7E3-45C9FD43F154}" type="pres">
      <dgm:prSet presAssocID="{D9B320AE-6D4B-774F-BC52-7862CD3778AA}" presName="parentLin" presStyleCnt="0"/>
      <dgm:spPr/>
    </dgm:pt>
    <dgm:pt modelId="{36329D2A-CE74-2F49-873A-685A1F32E82E}" type="pres">
      <dgm:prSet presAssocID="{D9B320AE-6D4B-774F-BC52-7862CD3778AA}" presName="parentLeftMargin" presStyleLbl="node1" presStyleIdx="0" presStyleCnt="2"/>
      <dgm:spPr/>
    </dgm:pt>
    <dgm:pt modelId="{6CD37A1A-395C-0646-92D3-438C03448552}" type="pres">
      <dgm:prSet presAssocID="{D9B320AE-6D4B-774F-BC52-7862CD3778AA}" presName="parentText" presStyleLbl="node1" presStyleIdx="1" presStyleCnt="2" custScaleX="93345" custScaleY="153044" custLinFactNeighborX="53401" custLinFactNeighborY="5639">
        <dgm:presLayoutVars>
          <dgm:chMax val="0"/>
          <dgm:bulletEnabled val="1"/>
        </dgm:presLayoutVars>
      </dgm:prSet>
      <dgm:spPr/>
    </dgm:pt>
    <dgm:pt modelId="{E7268BB9-B4CB-DE4C-8883-F5F157EED316}" type="pres">
      <dgm:prSet presAssocID="{D9B320AE-6D4B-774F-BC52-7862CD3778AA}" presName="negativeSpace" presStyleCnt="0"/>
      <dgm:spPr/>
    </dgm:pt>
    <dgm:pt modelId="{B8C52082-0E13-534F-BF48-2B58C20C9412}" type="pres">
      <dgm:prSet presAssocID="{D9B320AE-6D4B-774F-BC52-7862CD3778AA}" presName="childText" presStyleLbl="conFgAcc1" presStyleIdx="1" presStyleCnt="2" custScaleX="88331" custScaleY="102161">
        <dgm:presLayoutVars>
          <dgm:bulletEnabled val="1"/>
        </dgm:presLayoutVars>
      </dgm:prSet>
      <dgm:spPr/>
    </dgm:pt>
  </dgm:ptLst>
  <dgm:cxnLst>
    <dgm:cxn modelId="{C7BEA324-3FE0-2541-BB6B-C35510C0B2F6}" srcId="{07E01E9F-9BFF-FD42-BDF9-8A11F4761F08}" destId="{006CBF9D-C84F-3340-BA06-EC9C1C1487E0}" srcOrd="0" destOrd="0" parTransId="{1C870C1E-682D-7A4A-8948-8FC0B816A525}" sibTransId="{CBCF1999-D0B5-E74D-9A85-210ABB11370F}"/>
    <dgm:cxn modelId="{05A3A538-237F-194D-BCBA-0B95EAB37E3B}" type="presOf" srcId="{D9B320AE-6D4B-774F-BC52-7862CD3778AA}" destId="{36329D2A-CE74-2F49-873A-685A1F32E82E}" srcOrd="0" destOrd="0" presId="urn:microsoft.com/office/officeart/2005/8/layout/list1"/>
    <dgm:cxn modelId="{97499055-A62A-3649-A0A0-0587421ADDC0}" type="presOf" srcId="{07E01E9F-9BFF-FD42-BDF9-8A11F4761F08}" destId="{6F5587B1-5E19-3840-956E-49EBEE84BC0F}" srcOrd="0" destOrd="0" presId="urn:microsoft.com/office/officeart/2005/8/layout/list1"/>
    <dgm:cxn modelId="{0DFE8C70-3EF4-B648-A079-71F42E083026}" srcId="{07E01E9F-9BFF-FD42-BDF9-8A11F4761F08}" destId="{D9B320AE-6D4B-774F-BC52-7862CD3778AA}" srcOrd="1" destOrd="0" parTransId="{83086E7C-F9D1-4C41-A315-904DBC9AC57E}" sibTransId="{B1C1281E-B420-7C4D-8031-3492B7389A3B}"/>
    <dgm:cxn modelId="{C3EACE80-2E8D-5D4B-AC40-65A2389A8E93}" type="presOf" srcId="{D9B320AE-6D4B-774F-BC52-7862CD3778AA}" destId="{6CD37A1A-395C-0646-92D3-438C03448552}" srcOrd="1" destOrd="0" presId="urn:microsoft.com/office/officeart/2005/8/layout/list1"/>
    <dgm:cxn modelId="{82B43FB5-EAC7-E84E-A63E-D9D7EF44CBA3}" type="presOf" srcId="{006CBF9D-C84F-3340-BA06-EC9C1C1487E0}" destId="{2597705F-6DE5-5D42-AA88-3620FC6A1745}" srcOrd="1" destOrd="0" presId="urn:microsoft.com/office/officeart/2005/8/layout/list1"/>
    <dgm:cxn modelId="{28C57DBA-C9E2-D64C-9831-68C2300CFD4A}" type="presOf" srcId="{006CBF9D-C84F-3340-BA06-EC9C1C1487E0}" destId="{5B7B3F5D-25A8-0246-9905-8FD6E2BADFAA}" srcOrd="0" destOrd="0" presId="urn:microsoft.com/office/officeart/2005/8/layout/list1"/>
    <dgm:cxn modelId="{83444911-3336-7D40-A5B0-968789537977}" type="presParOf" srcId="{6F5587B1-5E19-3840-956E-49EBEE84BC0F}" destId="{5B3A4A1A-6C8D-EE40-9FAE-5800483FD463}" srcOrd="0" destOrd="0" presId="urn:microsoft.com/office/officeart/2005/8/layout/list1"/>
    <dgm:cxn modelId="{4CFDC021-7710-1849-A965-1936AB889B68}" type="presParOf" srcId="{5B3A4A1A-6C8D-EE40-9FAE-5800483FD463}" destId="{5B7B3F5D-25A8-0246-9905-8FD6E2BADFAA}" srcOrd="0" destOrd="0" presId="urn:microsoft.com/office/officeart/2005/8/layout/list1"/>
    <dgm:cxn modelId="{A752134D-6779-6B48-82CF-B85A32BC930D}" type="presParOf" srcId="{5B3A4A1A-6C8D-EE40-9FAE-5800483FD463}" destId="{2597705F-6DE5-5D42-AA88-3620FC6A1745}" srcOrd="1" destOrd="0" presId="urn:microsoft.com/office/officeart/2005/8/layout/list1"/>
    <dgm:cxn modelId="{25F2A98F-5CD5-744A-9499-F8266AF8F9E5}" type="presParOf" srcId="{6F5587B1-5E19-3840-956E-49EBEE84BC0F}" destId="{A19BD08A-F975-6044-9AB1-346A2644E692}" srcOrd="1" destOrd="0" presId="urn:microsoft.com/office/officeart/2005/8/layout/list1"/>
    <dgm:cxn modelId="{CE3989E8-6A9B-B548-B6ED-70417EE0381E}" type="presParOf" srcId="{6F5587B1-5E19-3840-956E-49EBEE84BC0F}" destId="{F688E1BC-C9D2-4349-92B4-9D15BEF447A3}" srcOrd="2" destOrd="0" presId="urn:microsoft.com/office/officeart/2005/8/layout/list1"/>
    <dgm:cxn modelId="{6E8CDD15-09A6-4241-BB14-6CECB387D6BD}" type="presParOf" srcId="{6F5587B1-5E19-3840-956E-49EBEE84BC0F}" destId="{F1398714-FC7A-2143-A655-A96DA4ADAC9A}" srcOrd="3" destOrd="0" presId="urn:microsoft.com/office/officeart/2005/8/layout/list1"/>
    <dgm:cxn modelId="{E7443FE7-796B-D24F-AD02-7E63589546C0}" type="presParOf" srcId="{6F5587B1-5E19-3840-956E-49EBEE84BC0F}" destId="{DD9B5DCB-BCE0-284A-A7E3-45C9FD43F154}" srcOrd="4" destOrd="0" presId="urn:microsoft.com/office/officeart/2005/8/layout/list1"/>
    <dgm:cxn modelId="{A7491118-D204-3E48-B032-460A05D19D1A}" type="presParOf" srcId="{DD9B5DCB-BCE0-284A-A7E3-45C9FD43F154}" destId="{36329D2A-CE74-2F49-873A-685A1F32E82E}" srcOrd="0" destOrd="0" presId="urn:microsoft.com/office/officeart/2005/8/layout/list1"/>
    <dgm:cxn modelId="{EB09ACE1-A339-0544-B4C1-5EEADFBFB58B}" type="presParOf" srcId="{DD9B5DCB-BCE0-284A-A7E3-45C9FD43F154}" destId="{6CD37A1A-395C-0646-92D3-438C03448552}" srcOrd="1" destOrd="0" presId="urn:microsoft.com/office/officeart/2005/8/layout/list1"/>
    <dgm:cxn modelId="{C47042FE-01F6-BC42-87F7-C05FB4169636}" type="presParOf" srcId="{6F5587B1-5E19-3840-956E-49EBEE84BC0F}" destId="{E7268BB9-B4CB-DE4C-8883-F5F157EED316}" srcOrd="5" destOrd="0" presId="urn:microsoft.com/office/officeart/2005/8/layout/list1"/>
    <dgm:cxn modelId="{EF5D8589-4B03-8543-A981-363CD8F663F5}" type="presParOf" srcId="{6F5587B1-5E19-3840-956E-49EBEE84BC0F}" destId="{B8C52082-0E13-534F-BF48-2B58C20C9412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5E41E1-B81C-3149-B343-F7BEDFC0088B}">
      <dsp:nvSpPr>
        <dsp:cNvPr id="0" name=""/>
        <dsp:cNvSpPr/>
      </dsp:nvSpPr>
      <dsp:spPr>
        <a:xfrm>
          <a:off x="0" y="438070"/>
          <a:ext cx="5240338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29D164-BA1D-1343-B9A2-E9648BFD7722}">
      <dsp:nvSpPr>
        <dsp:cNvPr id="0" name=""/>
        <dsp:cNvSpPr/>
      </dsp:nvSpPr>
      <dsp:spPr>
        <a:xfrm>
          <a:off x="262016" y="209009"/>
          <a:ext cx="3668236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651" tIns="0" rIns="138651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dirty="0"/>
            <a:t> R alto, mayor es la dispersión. </a:t>
          </a:r>
        </a:p>
      </dsp:txBody>
      <dsp:txXfrm>
        <a:off x="298042" y="245035"/>
        <a:ext cx="3596184" cy="665948"/>
      </dsp:txXfrm>
    </dsp:sp>
    <dsp:sp modelId="{FD4885A3-A49C-5F4F-8C7C-04C3E2636589}">
      <dsp:nvSpPr>
        <dsp:cNvPr id="0" name=""/>
        <dsp:cNvSpPr/>
      </dsp:nvSpPr>
      <dsp:spPr>
        <a:xfrm>
          <a:off x="0" y="1691154"/>
          <a:ext cx="5240338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F71433-C754-0945-AF51-B29C1B7BCB75}">
      <dsp:nvSpPr>
        <dsp:cNvPr id="0" name=""/>
        <dsp:cNvSpPr/>
      </dsp:nvSpPr>
      <dsp:spPr>
        <a:xfrm>
          <a:off x="262016" y="1322154"/>
          <a:ext cx="3668236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651" tIns="0" rIns="138651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dirty="0"/>
            <a:t>R bajo, los datos están mas concentrados</a:t>
          </a:r>
        </a:p>
      </dsp:txBody>
      <dsp:txXfrm>
        <a:off x="298042" y="1358180"/>
        <a:ext cx="3596184" cy="665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C82E16-1DE2-8548-A979-AA226B4D9A25}">
      <dsp:nvSpPr>
        <dsp:cNvPr id="0" name=""/>
        <dsp:cNvSpPr/>
      </dsp:nvSpPr>
      <dsp:spPr>
        <a:xfrm>
          <a:off x="0" y="541025"/>
          <a:ext cx="5430135" cy="35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D4B177-948E-AD40-8303-FBB96C559E32}">
      <dsp:nvSpPr>
        <dsp:cNvPr id="0" name=""/>
        <dsp:cNvSpPr/>
      </dsp:nvSpPr>
      <dsp:spPr>
        <a:xfrm>
          <a:off x="271241" y="169470"/>
          <a:ext cx="4485999" cy="5781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672" tIns="0" rIns="143672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Si 𝝈</a:t>
          </a:r>
          <a:r>
            <a:rPr lang="es-ES" sz="1400" kern="1200" baseline="30000" dirty="0"/>
            <a:t>2 </a:t>
          </a:r>
          <a:r>
            <a:rPr lang="es-ES" sz="1400" kern="1200" baseline="0" dirty="0"/>
            <a:t> es bajo los datos estarán cerca de la media </a:t>
          </a:r>
          <a:endParaRPr lang="es-ES" sz="14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 </a:t>
          </a:r>
        </a:p>
      </dsp:txBody>
      <dsp:txXfrm>
        <a:off x="299466" y="197695"/>
        <a:ext cx="4429549" cy="521745"/>
      </dsp:txXfrm>
    </dsp:sp>
    <dsp:sp modelId="{C5A4F1D9-A8BF-8547-8601-6E79CE186A0A}">
      <dsp:nvSpPr>
        <dsp:cNvPr id="0" name=""/>
        <dsp:cNvSpPr/>
      </dsp:nvSpPr>
      <dsp:spPr>
        <a:xfrm>
          <a:off x="0" y="1475862"/>
          <a:ext cx="5430135" cy="35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94B4F9-2DE0-3846-B76D-76672D507D89}">
      <dsp:nvSpPr>
        <dsp:cNvPr id="0" name=""/>
        <dsp:cNvSpPr/>
      </dsp:nvSpPr>
      <dsp:spPr>
        <a:xfrm>
          <a:off x="290844" y="969425"/>
          <a:ext cx="4822296" cy="7130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672" tIns="0" rIns="143672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Si 𝝈</a:t>
          </a:r>
          <a:r>
            <a:rPr lang="es-ES" sz="1400" kern="1200" baseline="30000" dirty="0"/>
            <a:t>2</a:t>
          </a:r>
          <a:r>
            <a:rPr lang="es-ES" sz="1400" kern="1200" baseline="0" dirty="0"/>
            <a:t> es alto los datos estarán mas alejados de la media</a:t>
          </a:r>
          <a:r>
            <a:rPr lang="es-ES" sz="1400" kern="1200" baseline="30000" dirty="0"/>
            <a:t> </a:t>
          </a:r>
          <a:endParaRPr lang="es-ES" sz="1400" kern="1200" dirty="0"/>
        </a:p>
      </dsp:txBody>
      <dsp:txXfrm>
        <a:off x="325654" y="1004235"/>
        <a:ext cx="4752676" cy="6434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88E1BC-C9D2-4349-92B4-9D15BEF447A3}">
      <dsp:nvSpPr>
        <dsp:cNvPr id="0" name=""/>
        <dsp:cNvSpPr/>
      </dsp:nvSpPr>
      <dsp:spPr>
        <a:xfrm>
          <a:off x="0" y="807580"/>
          <a:ext cx="5097019" cy="19208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97705F-6DE5-5D42-AA88-3620FC6A1745}">
      <dsp:nvSpPr>
        <dsp:cNvPr id="0" name=""/>
        <dsp:cNvSpPr/>
      </dsp:nvSpPr>
      <dsp:spPr>
        <a:xfrm>
          <a:off x="284576" y="527356"/>
          <a:ext cx="3771322" cy="44258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736" tIns="0" rIns="150736" bIns="0" numCol="1" spcCol="1270" anchor="ctr" anchorCtr="0">
          <a:noAutofit/>
        </a:bodyPr>
        <a:lstStyle/>
        <a:p>
          <a:pPr marL="0" lvl="0" indent="0" algn="just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S baja </a:t>
          </a:r>
          <a:r>
            <a:rPr lang="es-ES" sz="1100" b="0" i="0" kern="1200" dirty="0"/>
            <a:t>indica que la mayor parte de los datos de una muestra tienden a estar agrupados cerca de su media</a:t>
          </a:r>
          <a:endParaRPr lang="es-ES" sz="1100" kern="1200" dirty="0"/>
        </a:p>
      </dsp:txBody>
      <dsp:txXfrm>
        <a:off x="306181" y="548961"/>
        <a:ext cx="3728112" cy="399373"/>
      </dsp:txXfrm>
    </dsp:sp>
    <dsp:sp modelId="{B8C52082-0E13-534F-BF48-2B58C20C9412}">
      <dsp:nvSpPr>
        <dsp:cNvPr id="0" name=""/>
        <dsp:cNvSpPr/>
      </dsp:nvSpPr>
      <dsp:spPr>
        <a:xfrm>
          <a:off x="0" y="1393673"/>
          <a:ext cx="5032300" cy="28319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D37A1A-395C-0646-92D3-438C03448552}">
      <dsp:nvSpPr>
        <dsp:cNvPr id="0" name=""/>
        <dsp:cNvSpPr/>
      </dsp:nvSpPr>
      <dsp:spPr>
        <a:xfrm>
          <a:off x="436543" y="1077379"/>
          <a:ext cx="3718932" cy="49696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736" tIns="0" rIns="150736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S </a:t>
          </a:r>
          <a:r>
            <a:rPr lang="es-ES" sz="1100" b="0" i="0" kern="1200" dirty="0"/>
            <a:t>alta indica que los datos se extienden sobre un rango de valores más amplio.</a:t>
          </a:r>
          <a:endParaRPr lang="es-ES" sz="1100" kern="1200" dirty="0"/>
        </a:p>
      </dsp:txBody>
      <dsp:txXfrm>
        <a:off x="460803" y="1101639"/>
        <a:ext cx="3670412" cy="4484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08C20-6CE6-0046-AEEF-54A520001F85}" type="datetimeFigureOut">
              <a:rPr lang="es-ES" smtClean="0"/>
              <a:t>6/5/26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1FA1DD-089B-764F-AA41-0AB0A09D88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74013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FA1DD-089B-764F-AA41-0AB0A09D8818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2422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C632F-0E1C-C844-AF9B-FC77022BA6C8}" type="datetimeFigureOut">
              <a:rPr lang="es-ES" smtClean="0"/>
              <a:t>5/5/26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317B0-283B-D849-AE63-AEA4164F17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3779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C632F-0E1C-C844-AF9B-FC77022BA6C8}" type="datetimeFigureOut">
              <a:rPr lang="es-ES" smtClean="0"/>
              <a:t>5/5/26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317B0-283B-D849-AE63-AEA4164F17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1094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C632F-0E1C-C844-AF9B-FC77022BA6C8}" type="datetimeFigureOut">
              <a:rPr lang="es-ES" smtClean="0"/>
              <a:t>5/5/26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317B0-283B-D849-AE63-AEA4164F17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9456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C632F-0E1C-C844-AF9B-FC77022BA6C8}" type="datetimeFigureOut">
              <a:rPr lang="es-ES" smtClean="0"/>
              <a:t>5/5/26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317B0-283B-D849-AE63-AEA4164F17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1491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C632F-0E1C-C844-AF9B-FC77022BA6C8}" type="datetimeFigureOut">
              <a:rPr lang="es-ES" smtClean="0"/>
              <a:t>5/5/26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317B0-283B-D849-AE63-AEA4164F17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4757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C632F-0E1C-C844-AF9B-FC77022BA6C8}" type="datetimeFigureOut">
              <a:rPr lang="es-ES" smtClean="0"/>
              <a:t>5/5/26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317B0-283B-D849-AE63-AEA4164F17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8878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C632F-0E1C-C844-AF9B-FC77022BA6C8}" type="datetimeFigureOut">
              <a:rPr lang="es-ES" smtClean="0"/>
              <a:t>5/5/26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317B0-283B-D849-AE63-AEA4164F17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7601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C632F-0E1C-C844-AF9B-FC77022BA6C8}" type="datetimeFigureOut">
              <a:rPr lang="es-ES" smtClean="0"/>
              <a:t>5/5/26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317B0-283B-D849-AE63-AEA4164F17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4896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C632F-0E1C-C844-AF9B-FC77022BA6C8}" type="datetimeFigureOut">
              <a:rPr lang="es-ES" smtClean="0"/>
              <a:t>5/5/26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317B0-283B-D849-AE63-AEA4164F17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205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C632F-0E1C-C844-AF9B-FC77022BA6C8}" type="datetimeFigureOut">
              <a:rPr lang="es-ES" smtClean="0"/>
              <a:t>5/5/26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317B0-283B-D849-AE63-AEA4164F17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2067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C632F-0E1C-C844-AF9B-FC77022BA6C8}" type="datetimeFigureOut">
              <a:rPr lang="es-ES" smtClean="0"/>
              <a:t>5/5/26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317B0-283B-D849-AE63-AEA4164F17F9}" type="slidenum">
              <a:rPr lang="es-ES" smtClean="0"/>
              <a:t>‹Nº›</a:t>
            </a:fld>
            <a:endParaRPr lang="es-E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40105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C632F-0E1C-C844-AF9B-FC77022BA6C8}" type="datetimeFigureOut">
              <a:rPr lang="es-ES" smtClean="0"/>
              <a:t>5/5/26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317B0-283B-D849-AE63-AEA4164F17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0269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C632F-0E1C-C844-AF9B-FC77022BA6C8}" type="datetimeFigureOut">
              <a:rPr lang="es-ES" smtClean="0"/>
              <a:t>5/5/26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317B0-283B-D849-AE63-AEA4164F17F9}" type="slidenum">
              <a:rPr lang="es-ES" smtClean="0"/>
              <a:t>‹Nº›</a:t>
            </a:fld>
            <a:endParaRPr lang="es-E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3786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C632F-0E1C-C844-AF9B-FC77022BA6C8}" type="datetimeFigureOut">
              <a:rPr lang="es-ES" smtClean="0"/>
              <a:t>5/5/26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317B0-283B-D849-AE63-AEA4164F17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56296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C632F-0E1C-C844-AF9B-FC77022BA6C8}" type="datetimeFigureOut">
              <a:rPr lang="es-ES" smtClean="0"/>
              <a:t>5/5/26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317B0-283B-D849-AE63-AEA4164F17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26153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C632F-0E1C-C844-AF9B-FC77022BA6C8}" type="datetimeFigureOut">
              <a:rPr lang="es-ES" smtClean="0"/>
              <a:t>5/5/26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317B0-283B-D849-AE63-AEA4164F17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5105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0C632F-0E1C-C844-AF9B-FC77022BA6C8}" type="datetimeFigureOut">
              <a:rPr lang="es-ES" smtClean="0"/>
              <a:t>5/5/26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68317B0-283B-D849-AE63-AEA4164F17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0432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  <p:sldLayoutId id="2147483848" r:id="rId14"/>
    <p:sldLayoutId id="2147483849" r:id="rId15"/>
    <p:sldLayoutId id="214748385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8A18F5-5FB4-57C9-5F63-30FC6A844F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MEDIDAS DE DISPERSIÓN</a:t>
            </a:r>
          </a:p>
        </p:txBody>
      </p:sp>
    </p:spTree>
    <p:extLst>
      <p:ext uri="{BB962C8B-B14F-4D97-AF65-F5344CB8AC3E}">
        <p14:creationId xmlns:p14="http://schemas.microsoft.com/office/powerpoint/2010/main" val="1923549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BEC84C-3091-A881-228C-3672ED289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807277"/>
            <a:ext cx="9838944" cy="3490403"/>
          </a:xfrm>
        </p:spPr>
        <p:txBody>
          <a:bodyPr>
            <a:normAutofit/>
          </a:bodyPr>
          <a:lstStyle/>
          <a:p>
            <a:pPr algn="just"/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Las medidas de dispersión son estadísticas utilizadas para describir la variabilidad o dispersión de un conjunto de datos.</a:t>
            </a:r>
          </a:p>
          <a:p>
            <a:pPr algn="just"/>
            <a:endParaRPr lang="es-E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s-E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Cuantifican cuánto se alejan los datos de la media, indicando su representatividad.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ES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 cero si todos los datos son iguales y aumenta a medida que los datos se vuelven más diversos.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s-E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Si existe concentración de datos alrededor del promedio (Homogeneidad), nos indica que es una buena aplicación su uso como representación del grupo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  <a:endParaRPr lang="es-ES" sz="1800" b="0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algn="just">
              <a:buNone/>
            </a:pPr>
            <a:endParaRPr lang="es-ES" sz="1800" b="0" i="0" dirty="0">
              <a:solidFill>
                <a:srgbClr val="2021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buFont typeface="Courier New" panose="02070309020205020404" pitchFamily="49" charset="0"/>
              <a:buChar char="o"/>
            </a:pP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buFont typeface="Courier New" panose="02070309020205020404" pitchFamily="49" charset="0"/>
              <a:buChar char="o"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algn="just">
              <a:buNone/>
            </a:pPr>
            <a:endParaRPr lang="es-E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buFont typeface="Courier New" panose="02070309020205020404" pitchFamily="49" charset="0"/>
              <a:buChar char="o"/>
            </a:pPr>
            <a:endParaRPr lang="es-ES" dirty="0"/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9394D70B-1F5D-0A29-CE73-295E0DB52341}"/>
              </a:ext>
            </a:extLst>
          </p:cNvPr>
          <p:cNvSpPr/>
          <p:nvPr/>
        </p:nvSpPr>
        <p:spPr>
          <a:xfrm>
            <a:off x="1315213" y="4812792"/>
            <a:ext cx="2688336" cy="1042416"/>
          </a:xfrm>
          <a:prstGeom prst="roundRect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Rango</a:t>
            </a:r>
          </a:p>
        </p:txBody>
      </p:sp>
      <p:sp>
        <p:nvSpPr>
          <p:cNvPr id="15" name="Rectángulo redondeado 14">
            <a:extLst>
              <a:ext uri="{FF2B5EF4-FFF2-40B4-BE49-F238E27FC236}">
                <a16:creationId xmlns:a16="http://schemas.microsoft.com/office/drawing/2014/main" id="{C83BACF5-4D26-4307-144D-993CC06B0E1F}"/>
              </a:ext>
            </a:extLst>
          </p:cNvPr>
          <p:cNvSpPr/>
          <p:nvPr/>
        </p:nvSpPr>
        <p:spPr>
          <a:xfrm>
            <a:off x="4304539" y="4812792"/>
            <a:ext cx="2688336" cy="1042416"/>
          </a:xfrm>
          <a:prstGeom prst="roundRect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Varianza</a:t>
            </a:r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4DB843D7-F0C4-197F-63E2-DCC7FADA9D05}"/>
              </a:ext>
            </a:extLst>
          </p:cNvPr>
          <p:cNvSpPr/>
          <p:nvPr/>
        </p:nvSpPr>
        <p:spPr>
          <a:xfrm>
            <a:off x="7458458" y="4812792"/>
            <a:ext cx="2688336" cy="1042416"/>
          </a:xfrm>
          <a:prstGeom prst="roundRect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Desviación Estándar</a:t>
            </a:r>
          </a:p>
        </p:txBody>
      </p:sp>
    </p:spTree>
    <p:extLst>
      <p:ext uri="{BB962C8B-B14F-4D97-AF65-F5344CB8AC3E}">
        <p14:creationId xmlns:p14="http://schemas.microsoft.com/office/powerpoint/2010/main" val="1543212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12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112D98-8D0E-8C6D-F3C7-0F1993029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784" y="719667"/>
            <a:ext cx="8596668" cy="1320800"/>
          </a:xfrm>
        </p:spPr>
        <p:txBody>
          <a:bodyPr/>
          <a:lstStyle/>
          <a:p>
            <a:pPr algn="ctr"/>
            <a:r>
              <a:rPr lang="es-ES" dirty="0"/>
              <a:t>RANGO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C358F2-B18B-04E6-2558-1330EBF3D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Es el valor numérico de la diferencia entra el valor máximo y mínimo </a:t>
            </a:r>
            <a:r>
              <a:rPr lang="es-ES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 una serie de datos </a:t>
            </a:r>
            <a:r>
              <a:rPr lang="es-ES" dirty="0">
                <a:solidFill>
                  <a:srgbClr val="2125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muestra estadística.</a:t>
            </a:r>
          </a:p>
          <a:p>
            <a:endParaRPr lang="es-ES" dirty="0">
              <a:solidFill>
                <a:srgbClr val="2125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s-ES" b="1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 = </a:t>
            </a:r>
            <a:r>
              <a:rPr lang="es-ES" b="1" i="0" dirty="0" err="1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Máx</a:t>
            </a:r>
            <a:r>
              <a:rPr lang="es-ES" b="1" i="0" baseline="-25000" dirty="0" err="1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b="1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– </a:t>
            </a:r>
            <a:r>
              <a:rPr lang="es-ES" b="1" i="0" dirty="0" err="1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Mín</a:t>
            </a:r>
            <a:r>
              <a:rPr lang="es-ES" b="1" i="0" baseline="-25000" dirty="0" err="1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s-ES" b="1" i="0" baseline="-25000" dirty="0">
              <a:solidFill>
                <a:srgbClr val="212529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s-ES" b="1" baseline="-25000" dirty="0">
              <a:solidFill>
                <a:srgbClr val="2125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Comparte la misma unidad de medida de la variable.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Permite tener una idea general de la dispersión de los datos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El Rango en muy sensible a valores atípicos.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48D4B87D-A924-9D05-8415-8D02105E62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4007589"/>
              </p:ext>
            </p:extLst>
          </p:nvPr>
        </p:nvGraphicFramePr>
        <p:xfrm>
          <a:off x="6951662" y="3149749"/>
          <a:ext cx="5240338" cy="25093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5361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7C5597-011C-5427-5522-3C4CFBB0E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0566399" cy="1320800"/>
          </a:xfrm>
        </p:spPr>
        <p:txBody>
          <a:bodyPr/>
          <a:lstStyle/>
          <a:p>
            <a:pPr algn="ctr"/>
            <a:r>
              <a:rPr lang="es-ES" dirty="0"/>
              <a:t>VARIANZA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939778-FDF4-A0D8-D02E-540E3916E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778000"/>
            <a:ext cx="10566400" cy="4825999"/>
          </a:xfrm>
        </p:spPr>
        <p:txBody>
          <a:bodyPr/>
          <a:lstStyle/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La varianza es una media  de dispersión estadística de una variable aleatoria que representa la variabilidad de los datos respecto a su media. Esta definida como la suma de los cuadrados de las diferencias entre cada observación y la media, dividida por el tamaño de la población o la muestra. </a:t>
            </a:r>
          </a:p>
        </p:txBody>
      </p:sp>
      <p:pic>
        <p:nvPicPr>
          <p:cNvPr id="1032" name="Picture 8" descr="Que es la varianza">
            <a:extLst>
              <a:ext uri="{FF2B5EF4-FFF2-40B4-BE49-F238E27FC236}">
                <a16:creationId xmlns:a16="http://schemas.microsoft.com/office/drawing/2014/main" id="{D231A9B8-02CA-D352-27EC-4FED9678F9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9" t="25925" r="51746" b="12840"/>
          <a:stretch/>
        </p:blipFill>
        <p:spPr bwMode="auto">
          <a:xfrm>
            <a:off x="8026399" y="2658533"/>
            <a:ext cx="4199467" cy="4199467"/>
          </a:xfrm>
          <a:prstGeom prst="rect">
            <a:avLst/>
          </a:prstGeom>
          <a:noFill/>
          <a:effectLst>
            <a:softEdge rad="86541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6D6546B-CCAB-AF95-F894-9D6BE8D75804}"/>
              </a:ext>
            </a:extLst>
          </p:cNvPr>
          <p:cNvSpPr txBox="1"/>
          <p:nvPr/>
        </p:nvSpPr>
        <p:spPr>
          <a:xfrm>
            <a:off x="625856" y="3187679"/>
            <a:ext cx="1029546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s-ES" b="1" i="0" dirty="0">
              <a:solidFill>
                <a:srgbClr val="212529"/>
              </a:solidFill>
              <a:effectLst/>
              <a:latin typeface="Open Sans" panose="020B06060305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s-ES" b="1" dirty="0">
              <a:solidFill>
                <a:srgbClr val="212529"/>
              </a:solidFill>
              <a:latin typeface="Open Sans" panose="020B06060305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s-ES" b="1" i="0" dirty="0">
              <a:solidFill>
                <a:srgbClr val="212529"/>
              </a:solidFill>
              <a:effectLst/>
              <a:latin typeface="Open Sans" panose="020B0606030504020204" pitchFamily="34" charset="0"/>
            </a:endParaRPr>
          </a:p>
          <a:p>
            <a:endParaRPr lang="es-ES" b="1" i="0" dirty="0">
              <a:solidFill>
                <a:srgbClr val="212529"/>
              </a:solidFill>
              <a:effectLst/>
              <a:latin typeface="Open Sans" panose="020B06060305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s-ES" b="1" dirty="0">
              <a:solidFill>
                <a:srgbClr val="212529"/>
              </a:solidFill>
              <a:latin typeface="Open Sans" panose="020B06060305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X   </a:t>
            </a:r>
            <a:r>
              <a:rPr lang="es-ES" dirty="0">
                <a:solidFill>
                  <a:srgbClr val="212529"/>
                </a:solidFill>
                <a:latin typeface="Open Sans" panose="020B0606030504020204" pitchFamily="34" charset="0"/>
              </a:rPr>
              <a:t>sobre la que se pretenden calcular la varianza </a:t>
            </a:r>
            <a:r>
              <a:rPr lang="es-ES" b="1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→</a:t>
            </a:r>
            <a:r>
              <a:rPr lang="es-ES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 Variable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x</a:t>
            </a:r>
            <a:r>
              <a:rPr lang="es-ES" b="1" i="0" baseline="-2500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i</a:t>
            </a:r>
            <a:r>
              <a:rPr lang="es-ES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 </a:t>
            </a:r>
            <a:r>
              <a:rPr lang="es-ES" b="1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→</a:t>
            </a:r>
            <a:r>
              <a:rPr lang="es-ES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 Observación número i de la variable X. i puede tomará valores entre 1 y 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N →</a:t>
            </a:r>
            <a:r>
              <a:rPr lang="es-ES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 </a:t>
            </a:r>
            <a:r>
              <a:rPr lang="es-ES" dirty="0">
                <a:solidFill>
                  <a:srgbClr val="212529"/>
                </a:solidFill>
                <a:latin typeface="Open Sans" panose="020B0606030504020204" pitchFamily="34" charset="0"/>
              </a:rPr>
              <a:t>Total datos Población</a:t>
            </a:r>
            <a:r>
              <a:rPr lang="es-ES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x̄</a:t>
            </a:r>
            <a:r>
              <a:rPr lang="es-ES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 → Es la media de la variable X.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dirty="0"/>
              <a:t>µ</a:t>
            </a:r>
            <a:r>
              <a:rPr lang="es-ES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→ Promedio de la población.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n</a:t>
            </a:r>
            <a:r>
              <a:rPr lang="es-ES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→ Total datos de la </a:t>
            </a:r>
            <a:r>
              <a:rPr lang="es-ES" dirty="0">
                <a:solidFill>
                  <a:srgbClr val="212529"/>
                </a:solidFill>
                <a:latin typeface="Open Sans" panose="020B0606030504020204" pitchFamily="34" charset="0"/>
              </a:rPr>
              <a:t> muestra.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b="0" i="0" dirty="0">
              <a:solidFill>
                <a:srgbClr val="212529"/>
              </a:solidFill>
              <a:effectLst/>
              <a:latin typeface="Open Sans" panose="020B0606030504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F3C23FD-A9E3-2AB3-79F0-2D2D3D824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532" y="3301999"/>
            <a:ext cx="2362200" cy="889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BB08676-D6ED-8255-BD50-3B090411D4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2687" y="3310128"/>
            <a:ext cx="2273300" cy="880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854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EA3EE6-2927-CCA1-794D-A5CE96059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592667"/>
            <a:ext cx="10532534" cy="5317066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varianza nos indica cuanto se alejan los datos entre ellos y su media.</a:t>
            </a:r>
          </a:p>
          <a:p>
            <a:pPr marL="0" indent="0">
              <a:buNone/>
            </a:pPr>
            <a:endParaRPr lang="es-E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varianza siempre es positiva.</a:t>
            </a:r>
          </a:p>
          <a:p>
            <a:pPr marL="0" indent="0">
              <a:buNone/>
            </a:pPr>
            <a:endParaRPr lang="es-E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medida va ser elevada al cuadrado.</a:t>
            </a:r>
          </a:p>
          <a:p>
            <a:endParaRPr lang="es-E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varianza es útil para entender la variabilidad de los datos y  hacer comparaciones entre conjunto de datos.</a:t>
            </a:r>
          </a:p>
        </p:txBody>
      </p:sp>
      <p:graphicFrame>
        <p:nvGraphicFramePr>
          <p:cNvPr id="14" name="Diagrama 13">
            <a:extLst>
              <a:ext uri="{FF2B5EF4-FFF2-40B4-BE49-F238E27FC236}">
                <a16:creationId xmlns:a16="http://schemas.microsoft.com/office/drawing/2014/main" id="{42699646-A057-9F13-A6E0-108D1F6AF8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2730322"/>
              </p:ext>
            </p:extLst>
          </p:nvPr>
        </p:nvGraphicFramePr>
        <p:xfrm>
          <a:off x="2816398" y="1117600"/>
          <a:ext cx="5430135" cy="1998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8472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A37534-64C5-CEE3-DF79-526819D71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659" y="342200"/>
            <a:ext cx="8596668" cy="1320800"/>
          </a:xfrm>
        </p:spPr>
        <p:txBody>
          <a:bodyPr/>
          <a:lstStyle/>
          <a:p>
            <a:pPr algn="ctr"/>
            <a:r>
              <a:rPr lang="es-ES" dirty="0"/>
              <a:t>DESVIACIÓN ESTÁNDAR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FE6478-FB2F-5047-F682-1ED7CAA47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030" y="1488613"/>
            <a:ext cx="9984570" cy="3880773"/>
          </a:xfrm>
        </p:spPr>
        <p:txBody>
          <a:bodyPr/>
          <a:lstStyle/>
          <a:p>
            <a:pPr algn="just"/>
            <a:r>
              <a:rPr lang="es-E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La desviación estándar es la raíz cuadrada de la varianza,  se utiliza para calcular la variación o distancia numérica de los datos individuales respecto a la media de un conjunto de datos.</a:t>
            </a:r>
          </a:p>
          <a:p>
            <a:endParaRPr lang="es-E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v"/>
            </a:pPr>
            <a:endParaRPr lang="es-E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E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 expresa en las mismas unidades que los datos.</a:t>
            </a:r>
          </a:p>
          <a:p>
            <a:pPr>
              <a:buFont typeface="Wingdings" pitchFamily="2" charset="2"/>
              <a:buChar char="v"/>
            </a:pPr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la mas usada, para interpretar.</a:t>
            </a:r>
          </a:p>
          <a:p>
            <a:pPr>
              <a:buFont typeface="Wingdings" pitchFamily="2" charset="2"/>
              <a:buChar char="v"/>
            </a:pPr>
            <a:r>
              <a:rPr lang="es-ES" sz="18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Mide la dispersión media en torno a la media</a:t>
            </a:r>
            <a:r>
              <a:rPr lang="es-ES" dirty="0">
                <a:solidFill>
                  <a:schemeClr val="tx1"/>
                </a:solidFill>
                <a:effectLst/>
              </a:rPr>
              <a:t> </a:t>
            </a:r>
            <a:r>
              <a:rPr lang="es-E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v"/>
            </a:pPr>
            <a:endParaRPr lang="es-ES" dirty="0">
              <a:latin typeface="Arial" panose="020B0604020202020204" pitchFamily="34" charset="0"/>
            </a:endParaRPr>
          </a:p>
          <a:p>
            <a:pPr>
              <a:buFont typeface="Wingdings" pitchFamily="2" charset="2"/>
              <a:buChar char="v"/>
            </a:pPr>
            <a:endParaRPr lang="es-ES" dirty="0">
              <a:latin typeface="Arial" panose="020B0604020202020204" pitchFamily="34" charset="0"/>
            </a:endParaRPr>
          </a:p>
          <a:p>
            <a:pPr>
              <a:buFont typeface="Wingdings" pitchFamily="2" charset="2"/>
              <a:buChar char="v"/>
            </a:pP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0AD38E5-2A98-8E08-E929-E65BE3D67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415" y="2208093"/>
            <a:ext cx="3225800" cy="1295400"/>
          </a:xfrm>
          <a:prstGeom prst="rect">
            <a:avLst/>
          </a:prstGeom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B983E47F-FFA7-598C-C6DE-2A986C92D2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1819759"/>
              </p:ext>
            </p:extLst>
          </p:nvPr>
        </p:nvGraphicFramePr>
        <p:xfrm>
          <a:off x="6096000" y="3002703"/>
          <a:ext cx="5697095" cy="22042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7834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816273-EFA1-9DB2-53C3-36D12F5FA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3134" y="2667000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s-ES" sz="4000" dirty="0"/>
              <a:t>Gracias !!!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85B6D70-97D1-4EAE-5F22-301D6189E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42886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4223</TotalTime>
  <Words>454</Words>
  <Application>Microsoft Macintosh PowerPoint</Application>
  <PresentationFormat>Panorámica</PresentationFormat>
  <Paragraphs>66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5" baseType="lpstr">
      <vt:lpstr>Aptos</vt:lpstr>
      <vt:lpstr>Arial</vt:lpstr>
      <vt:lpstr>Courier New</vt:lpstr>
      <vt:lpstr>Open Sans</vt:lpstr>
      <vt:lpstr>Trebuchet MS</vt:lpstr>
      <vt:lpstr>Wingdings</vt:lpstr>
      <vt:lpstr>Wingdings 3</vt:lpstr>
      <vt:lpstr>Faceta</vt:lpstr>
      <vt:lpstr>MEDIDAS DE DISPERSIÓN</vt:lpstr>
      <vt:lpstr>Presentación de PowerPoint</vt:lpstr>
      <vt:lpstr>RANGO </vt:lpstr>
      <vt:lpstr>VARIANZA</vt:lpstr>
      <vt:lpstr>Presentación de PowerPoint</vt:lpstr>
      <vt:lpstr>DESVIACIÓN ESTÁNDAR </vt:lpstr>
      <vt:lpstr>Gracias 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valvuena</dc:creator>
  <cp:lastModifiedBy>john valvuena</cp:lastModifiedBy>
  <cp:revision>15</cp:revision>
  <dcterms:created xsi:type="dcterms:W3CDTF">2026-04-20T09:02:37Z</dcterms:created>
  <dcterms:modified xsi:type="dcterms:W3CDTF">2026-05-06T07:09:01Z</dcterms:modified>
</cp:coreProperties>
</file>